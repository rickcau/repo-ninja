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1097280"/>
          </a:xfrm>
          <a:prstGeom prst="rect">
            <a:avLst/>
          </a:prstGeom>
          <a:solidFill>
            <a:srgbClr val="CAFF00">
              <a:alpha val="12000"/>
            </a:srgbClr>
          </a:solidFill>
          <a:ln w="12700">
            <a:solidFill>
              <a:srgbClr val="CAFF0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640080"/>
            <a:ext cx="640080" cy="640080"/>
          </a:xfrm>
          <a:prstGeom prst="rect">
            <a:avLst/>
          </a:prstGeom>
          <a:solidFill>
            <a:srgbClr val="CAFF00">
              <a:alpha val="28000"/>
            </a:srgbClr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56032"/>
            <a:ext cx="777240" cy="7772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Repo-Ninja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47472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CA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GitHub Development Command Center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" y="2880360"/>
            <a:ext cx="502920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9992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1D9"/>
                </a:solidFill>
              </a:rPr>
              <a:t>Delegate scaffolding, code reviews, issue resolution, and best practice audits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1D9"/>
                </a:solidFill>
              </a:rPr>
              <a:t>to GitHub Copilot agents grounded in your team's own knowledge base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3913632"/>
            <a:ext cx="192024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Next.js 16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96312" y="3913632"/>
            <a:ext cx="192024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96312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GitHub Copilot SDK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5152" y="3913632"/>
            <a:ext cx="192024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ChromaDB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4389120"/>
            <a:ext cx="192024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4389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Octokit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96312" y="4389120"/>
            <a:ext cx="192024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96312" y="4389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Prisma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5152" y="4389120"/>
            <a:ext cx="192024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4389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Docker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931920"/>
            <a:ext cx="2423160" cy="594360"/>
          </a:xfrm>
          <a:prstGeom prst="rect">
            <a:avLst/>
          </a:prstGeom>
          <a:solidFill>
            <a:srgbClr val="1C21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931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GitHub Copilot SDK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Enterprise Challenge  Q3 FY26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Enterprise Development Pain 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5196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45720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2070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Repetition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700784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1D9"/>
                </a:solidFill>
              </a:rPr>
              <a:t>Developers spend hours on repetitive setup, standards enforcement, and boilerplate configuration for every new project.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5196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34440"/>
            <a:ext cx="45720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344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68112" y="12070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Inconsistent Standards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700784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1D9"/>
                </a:solidFill>
              </a:rPr>
              <a:t>Code quality and best practices vary across teams with no unified platform to enforce your organization's conventions.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425196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07792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44952"/>
            <a:ext cx="45720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44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30175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Generic AI Advice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51129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1D9"/>
                </a:solidFill>
              </a:rPr>
              <a:t>Existing AI tools hallucinate generic recommendations that ignore your team's actual patterns and architecture decisions.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907792"/>
            <a:ext cx="425196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07792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044952"/>
            <a:ext cx="45720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44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FF00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68112" y="30175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Fragmented Tooling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51129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1D9"/>
                </a:solidFill>
              </a:rPr>
              <a:t>Separate tools for scaffolding, reviews, and issue tracking cause context-switching and lost developer productivity.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Repo-Ninja  —  One Platform, Five AI Superpowers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1C2128"/>
          </a:solidFill>
          <a:ln w="1905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FF00"/>
                </a:solidFill>
              </a:rPr>
              <a:t>Every agent action is grounded in ChromaDB — your team's own knowledge base. No hallucinations. Your actual standards.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618488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993392"/>
            <a:ext cx="548640" cy="5486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Scaffolding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273552"/>
            <a:ext cx="1435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Natural language or guided templates creates a full GitHub repo with all files committed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84248" y="1828800"/>
            <a:ext cx="1618488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993392"/>
            <a:ext cx="548640" cy="5486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75688" y="265176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Issue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 Agent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75688" y="3273552"/>
            <a:ext cx="1435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Assign open GitHub issues to Copilot agents — feature branch and PR opened automatically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94176" y="1828800"/>
            <a:ext cx="1618488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4528" y="1993392"/>
            <a:ext cx="548640" cy="5486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85616" y="265176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Review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85616" y="3273552"/>
            <a:ext cx="1435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Security, Performance, Accessibility, General Quality with structured severity scores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04104" y="1828800"/>
            <a:ext cx="1618488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34456" y="1993392"/>
            <a:ext cx="548640" cy="5486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34456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95544" y="265176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Best Practices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95544" y="3273552"/>
            <a:ext cx="1435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Compliance score with pass/fail checklist against your documented team standards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14032" y="1828800"/>
            <a:ext cx="1618488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44384" y="1993392"/>
            <a:ext cx="548640" cy="5486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05472" y="265176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Agent 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Writer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05472" y="3273552"/>
            <a:ext cx="1435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Describe a task — agent writes code following your KB conventions — PR ready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LIVE APPLICATION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Feature Screens Walkthrough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78892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27889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97280"/>
            <a:ext cx="64008" cy="1664208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612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FF00"/>
                </a:solidFill>
              </a:rPr>
              <a:t>Dashboard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Active Agents, Completed Tasks, Agent Activity feed, System Health — ChromaDB + GitHub API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097280"/>
            <a:ext cx="278892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097280"/>
            <a:ext cx="27889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097280"/>
            <a:ext cx="64008" cy="1664208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612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FF00"/>
                </a:solidFill>
              </a:rPr>
              <a:t>Scaffold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4 modes: From Template, Natural Language, Guided dropdowns, Build New Template with Copilot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097280"/>
            <a:ext cx="278892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097280"/>
            <a:ext cx="27889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8192" y="1097280"/>
            <a:ext cx="64008" cy="1664208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1612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FF00"/>
                </a:solidFill>
              </a:rPr>
              <a:t>Agents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36208" y="16459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3 agent types: Issue Solver, Code Writer, Custom Task. Live API task table with PR links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971800"/>
            <a:ext cx="278892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71800"/>
            <a:ext cx="27889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971800"/>
            <a:ext cx="64008" cy="1664208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358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FF00"/>
                </a:solidFill>
              </a:rPr>
              <a:t>Reviews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4048" y="35204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Code Review + Best Practices Audit tabs. Select repo, pick review types, set scope, Start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82112" y="2971800"/>
            <a:ext cx="278892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2971800"/>
            <a:ext cx="27889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2971800"/>
            <a:ext cx="64008" cy="1664208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0358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FF00"/>
                </a:solidFill>
              </a:rPr>
              <a:t>Knowledge Base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310128" y="35204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268 chunks across Best Practices, Scaffolding Templates, and Review Instructions categories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08192" y="2971800"/>
            <a:ext cx="278892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08192" y="2971800"/>
            <a:ext cx="27889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08192" y="2971800"/>
            <a:ext cx="64008" cy="1664208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0358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FF00"/>
                </a:solidFill>
              </a:rPr>
              <a:t>Activity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36208" y="35204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Full chronological work history — Custom Task, Scaffold Plan, Code Review — all with PR deep-links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4736592"/>
            <a:ext cx="8631936" cy="310896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4736592"/>
            <a:ext cx="8631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SDK Test Page: Run Full Test  |  Quick Check  |  Agent Scaffold Test  — validates Copilot SDK connectivity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Monolith Next.js + ChromaDB Sidecar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606040" cy="960120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24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React UI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117"/>
                </a:solidFill>
              </a:rPr>
              <a:t>App Router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117"/>
                </a:solidFill>
              </a:rPr>
              <a:t>Server + Client Components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060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24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Next.js API Routes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1840" y="1481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Agent orchestration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and data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78992"/>
            <a:ext cx="2606040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24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GitHub Copilot SDK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0" y="1481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Agent execution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engine (MCP tools)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81912" y="1563624"/>
            <a:ext cx="27432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1563624"/>
            <a:ext cx="27432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97480"/>
            <a:ext cx="26060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743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ChromaDB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Vector DB sidecar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268 chunks — semantic KB 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6060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743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Octokit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0906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GitHub API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Repos, Issues, PRs, Branches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697480"/>
            <a:ext cx="26060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2743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Prisma + SQLite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7920" y="30906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Persistent storage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Tasks, Reviews, Audit 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81912" y="2075688"/>
            <a:ext cx="0" cy="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2075688"/>
            <a:ext cx="0" cy="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4072" y="2075688"/>
            <a:ext cx="0" cy="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886200"/>
            <a:ext cx="8595360" cy="713232"/>
          </a:xfrm>
          <a:prstGeom prst="rect">
            <a:avLst/>
          </a:prstGeom>
          <a:solidFill>
            <a:srgbClr val="1C2128"/>
          </a:solidFill>
          <a:ln w="19050">
            <a:solidFill>
              <a:srgbClr val="CA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88620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RAG Flow: User Action  -&gt;  Next.js API  -&gt;  ChromaDB Semantic Search  -&gt;  Relevant KB Context  -&gt;  Copilot SDK Agent  -&gt;  GitHub PR / Commit / Review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KNOWLEDGE BASE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RAG Brain That Makes Agents Smart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155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FF00"/>
                </a:solidFill>
              </a:rPr>
              <a:t>268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1D9"/>
                </a:solidFill>
              </a:rPr>
              <a:t>Chunks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1D9"/>
                </a:solidFill>
              </a:rPr>
              <a:t>Indexed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64008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1088136"/>
            <a:ext cx="1097280" cy="274320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088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Best Practices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15184" y="1435608"/>
            <a:ext cx="6144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aspnet-controller-api.md  |  azure-functions-isolated-api.md  |  react-nextjs.md  |  security.md  |  typescript.md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15184" y="1837944"/>
            <a:ext cx="614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Used by: Review Planner + Scaffold Planner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2258568"/>
            <a:ext cx="64008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2258568"/>
            <a:ext cx="64008" cy="1170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2888" y="2295144"/>
            <a:ext cx="1097280" cy="274320"/>
          </a:xfrm>
          <a:prstGeom prst="rect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295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Scaffolding Templates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15184" y="2642616"/>
            <a:ext cx="6144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react-nextjs-fullstack.md  |  scaffold-aspnet-api.md  |  scaffold-azure-functions-api.md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15184" y="3044952"/>
            <a:ext cx="614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Used by: Scaffold Planner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3465576"/>
            <a:ext cx="64008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68880" y="3465576"/>
            <a:ext cx="64008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2888" y="3502152"/>
            <a:ext cx="1097280" cy="274320"/>
          </a:xfrm>
          <a:prstGeom prst="rect">
            <a:avLst/>
          </a:prstGeom>
          <a:solidFill>
            <a:srgbClr val="B45309">
              <a:alpha val="2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3502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 Instructions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15184" y="3849624"/>
            <a:ext cx="6144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accessibility.md  |  architecture.md  |  auth-patterns.md  |  general-review.md  |  performance.md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15184" y="4251960"/>
            <a:ext cx="614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Used by: Review Planner 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ChromaDB Connected  |  Re-index All  |  Index Health Check  |  Add Document  — all manageable from the Knowledge Base UI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RESPONSIBLE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Designed for Trust and Transparency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889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188720"/>
            <a:ext cx="347472" cy="34747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188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Human-in-the-Loop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" y="1682496"/>
            <a:ext cx="25420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Scaffold plans are shown for human review before any repo is created. Agents propose, humans approve.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078992"/>
            <a:ext cx="27889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78992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188720"/>
            <a:ext cx="347472" cy="34747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85616" y="1188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Privacy &amp; Data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46704" y="1682496"/>
            <a:ext cx="25420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Only the authenticated user's GitHub data is accessed. No repository content stored beyond session scope.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3056" y="1078992"/>
            <a:ext cx="27889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078992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188720"/>
            <a:ext cx="347472" cy="34747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9984" y="1188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Transparency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91072" y="1682496"/>
            <a:ext cx="25420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Every agent decision cites the knowledge base documents it consulted. No black-box outputs.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889504"/>
            <a:ext cx="27889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89504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" y="2999232"/>
            <a:ext cx="347472" cy="34747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29992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Bias Mitigation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2336" y="3493008"/>
            <a:ext cx="25420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Reviews run against explicit, auditable criteria — not implicit AI judgment or opaque scoring.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18688" y="2889504"/>
            <a:ext cx="27889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2889504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46704" y="2999232"/>
            <a:ext cx="347472" cy="34747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85616" y="29992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Security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46704" y="3493008"/>
            <a:ext cx="25420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OAuth-only GitHub auth, scoped tokens, environment variable secrets, zero hardcoded credentials.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63056" y="2889504"/>
            <a:ext cx="27889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2889504"/>
            <a:ext cx="64008" cy="162763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91072" y="2999232"/>
            <a:ext cx="347472" cy="34747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29984" y="29992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AGENTS.md Standard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291072" y="3493008"/>
            <a:ext cx="25420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Includes an AGENTS.md file documenting agent behavior — a forward-thinking best practice for AI-assisted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FF00"/>
                </a:solidFill>
              </a:rPr>
              <a:t>TECH STACK &amp;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Production-Ready from Day 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53035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1338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Next.js 16.1.6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3716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App Router, Server &amp; Client Components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09928"/>
            <a:ext cx="64008" cy="53035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7465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React 19.2.3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" y="19842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Latest React with concurrent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22576"/>
            <a:ext cx="64008" cy="53035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591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Prisma 7.4.x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" y="259689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SQLite ORM — tasks, reviews, activity 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35224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35224"/>
            <a:ext cx="64008" cy="53035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971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NextAuth 4.x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32095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GitHub OAuth — secure scoped token 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47872"/>
            <a:ext cx="64008" cy="53035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5844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ChromaDB 3.3.1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" y="382219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Vector DB sidecar — semantic KB search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160520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60520"/>
            <a:ext cx="64008" cy="530352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1970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00"/>
                </a:solidFill>
              </a:rPr>
              <a:t>TypeScript 97.7%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" y="44348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Fully typed end-to-end codebase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1097280"/>
            <a:ext cx="4133088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109728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188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15727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One-command local setup. ChromaDB sidecar included.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"docker-compose up -d" and open localhost:3000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2423160"/>
            <a:ext cx="4133088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242316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14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Azure Container Apps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92040" y="289864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Full production guide: Azure Container Apps, App Service,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Key Vault integration, GitHub Actions CI/CD pipeline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36592" y="3749040"/>
            <a:ext cx="4133088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36592" y="374904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404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 Dev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422452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Next.js hot reload + ChromaDB standalone.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"npm run dev" for rapid development iteration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AFF00">
              <a:alpha val="12000"/>
            </a:srgbClr>
          </a:solidFill>
          <a:ln w="12700">
            <a:solidFill>
              <a:srgbClr val="CAFF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CAFF00">
              <a:alpha val="12000"/>
            </a:srgbClr>
          </a:solidFill>
          <a:ln w="12700">
            <a:solidFill>
              <a:srgbClr val="CAFF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78808" y="384048"/>
            <a:ext cx="777240" cy="777240"/>
          </a:xfrm>
          <a:prstGeom prst="ellipse">
            <a:avLst/>
          </a:prstGeom>
          <a:solidFill>
            <a:srgbClr val="CAFF00"/>
          </a:solidFill>
          <a:ln w="12700">
            <a:solidFill>
              <a:srgbClr val="CA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78808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A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Repo-Ninja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Your AI development command center is ready.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73736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FF00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68680" y="36758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Agent 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971800"/>
            <a:ext cx="173736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FF00"/>
                </a:solidFill>
              </a:rPr>
              <a:t>268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834640" y="36758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KB Chunks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173736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FF00"/>
                </a:solidFill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00600" y="36758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Deploy Options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971800"/>
            <a:ext cx="173736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CAF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FF00"/>
                </a:solidFill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66560" y="36758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github.com/Rickcau/Repo-Ninja  |  MIT License  |  GitHub Copilot SDK Enterprise Challenge Q3 FY26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Repo-Ninja</dc:title>
  <dc:subject>PptxGenJS Presentation</dc:subject>
  <dc:creator>PptxGenJS</dc:creator>
  <cp:lastModifiedBy>PptxGenJS</cp:lastModifiedBy>
  <cp:revision>1</cp:revision>
  <dcterms:created xsi:type="dcterms:W3CDTF">2026-03-03T19:48:37Z</dcterms:created>
  <dcterms:modified xsi:type="dcterms:W3CDTF">2026-03-03T19:48:37Z</dcterms:modified>
</cp:coreProperties>
</file>